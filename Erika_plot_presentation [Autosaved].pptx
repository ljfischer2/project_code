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3D67-F19C-4670-20E4-E3CD73119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B1520-3130-8466-6BEC-1076B36C8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4E08-AAFD-9F7D-5D3F-4216740D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6E736-0046-FB3C-D174-5132DC83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2991-3781-C6A7-E429-C9FCBF8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4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023B8-0DAB-3BB7-9F37-F3623ACD7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F3608-9671-C0FA-A5DE-F62B9C78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DBF8-7592-47F6-9EAB-BC9AD8E9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39DA-9E49-6840-C226-CDE3CC9B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7D53-9026-F48D-D95E-C7C203E5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93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590C-EE9C-7B3B-342E-0E731F30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B8D84-7992-27B9-8B45-B44A46E5D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D2A16-98B5-A79F-5999-529AAE77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132E5-78FA-CD8E-9F27-B75DF7E8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3974-851C-7ED0-4003-3F20FC13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5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4350-8884-2BFC-DE48-3C78E315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C80F-B89D-7964-7F04-FF5A74538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1BE0B-4E32-6A4E-560E-4D6A4768D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318A6-9713-5B4D-C439-A79292D37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3A330-5C77-8273-BC22-43C1BA3E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0370B-5D81-1B87-8B4C-DDA55B34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AF6D-CF63-F8FA-5C0C-74330CBA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D391E-21BC-B83E-82ED-6B178491D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B9A08-9C29-2F79-8244-E7C62FA4D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969BE-7300-06A4-502D-556912D2B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EC365-D209-05D3-B80D-2B4773EEA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D106B-D7BA-0E9D-88E4-DFD95484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74633-B5E7-BBFA-E5E7-98824B82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4E9F3-9154-497F-F38A-74137C04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1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8495-CF1F-A74C-C89E-CC7B77461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38E02-EBE0-C885-03E7-33388647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B3C36-075C-FA5B-42E0-A020DE0C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091FB-0F9E-6A4A-AE5A-7DF51D49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9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691E2-D7D9-2AC4-B05F-87DE9141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011CA-21FF-EBA9-0D9F-7A65860F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42987-0064-DF62-3B27-49ACEBB4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1377-C9F8-BDAE-E604-B9929255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CB6B-CEE7-1BCA-F611-CDAAC920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87E01-95D6-402A-B3FC-16EC81569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ED847-EC3E-978C-A447-13BC78CE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E623F-7FDE-DD50-935B-1259F21E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1B3D4-3BA3-ABC0-700C-9AEAFBFA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6A79-0FA6-C0EF-F68B-5A6458EA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912DD-3916-A402-23B6-B8C412DC8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6A406-43D3-3078-2951-0B562B867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9E92C-7567-BDC0-468F-4897A8C8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7CBA8-20BB-E815-DD98-EE4321EB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DDB5F-46AF-692E-4FA0-62A2AEDB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2848-9447-DE40-8B95-70917D89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62859-5022-EC98-7FD6-DF434C973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D598-90E2-0DDF-A6CE-913F7C1E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5A22A-C208-D503-1896-CE7F2524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F92F-74BE-46E5-1D09-50DFA77F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00820-CA68-B03B-57D6-C2F1AA89F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23271-1237-A2AB-B754-B27BAF36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48A89-4C03-1EBB-304A-2B44B2AF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6FFCC-E1E2-B20C-8726-E270E351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5874-6D62-2DA4-158B-5C81C447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48000">
              <a:schemeClr val="accent1">
                <a:lumMod val="45000"/>
                <a:lumOff val="55000"/>
              </a:schemeClr>
            </a:gs>
            <a:gs pos="53000">
              <a:schemeClr val="accent1">
                <a:lumMod val="45000"/>
                <a:lumOff val="55000"/>
              </a:schemeClr>
            </a:gs>
            <a:gs pos="100000">
              <a:schemeClr val="accent4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3BC68-3F1D-6F45-6FEE-34795916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3698-D827-946B-CAB9-832F70BF9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1D8FC-6975-DEFA-2B81-6CB0A995A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9D57B-67C4-4D78-B606-A460E1F7B6D7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4DA9A-B8E8-B895-1153-0415DE072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7DF1-1B7D-53E1-1171-0E0B3998A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1E6BE-8BD2-4D11-B6D3-F0CA4418A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5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A2FD44-C1D0-08E2-3DF7-8D04D41E0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1D8D64-6884-62E6-E987-4C8758D8E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6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592D-928C-8C34-F61D-2D747F11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D8B6A-894F-7AE4-EEAA-33E91F49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06BA5-A5FD-4BB9-A83D-7ADA509C7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0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485365-D6D2-5734-536C-7A396C7CB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2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301BEE-F558-B88F-1850-A2613895D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866" y="1084667"/>
            <a:ext cx="8292268" cy="468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9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7A712-4B0F-BB58-5AAC-43EB14449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53C4E-50D3-9C12-F873-09C784714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6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6CF93-9E13-D896-034B-DDE54D7CF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912" y="1085259"/>
            <a:ext cx="8290175" cy="468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2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B1F44A-38B5-4412-D1B0-A177D519E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54DBDC-EF98-F0DF-6FC2-2D0E5E216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5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07081-26A8-A580-5E35-BAA5E7521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4490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BD1F86-ADCD-2F39-70C8-CBC18BF62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490"/>
            <a:ext cx="6096000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82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B5D521-ED04-AAE9-B7B1-BD8457C67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3316"/>
            <a:ext cx="6096000" cy="3589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BA6030-F92C-9487-8F79-9BE4758E2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1703316"/>
            <a:ext cx="6017342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9518C-64CF-2D7D-DD0E-879AF88F5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65" y="1126961"/>
            <a:ext cx="8142669" cy="460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0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42AE9-20F8-2563-5FE7-E8F6892F5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828"/>
            <a:ext cx="12192000" cy="500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4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A27B09-74ED-F456-29C5-AE8EDCC69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828"/>
            <a:ext cx="12192000" cy="500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6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graph showing different types of salmonids&#10;&#10;Description automatically generated">
            <a:extLst>
              <a:ext uri="{FF2B5EF4-FFF2-40B4-BE49-F238E27FC236}">
                <a16:creationId xmlns:a16="http://schemas.microsoft.com/office/drawing/2014/main" id="{B8E2D3E3-A224-3B2F-DDB2-B9EC4C692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504" y="87162"/>
            <a:ext cx="9888991" cy="668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96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6708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Fischer</dc:creator>
  <cp:lastModifiedBy>Lucas Fischer</cp:lastModifiedBy>
  <cp:revision>2</cp:revision>
  <dcterms:created xsi:type="dcterms:W3CDTF">2026-02-23T17:28:30Z</dcterms:created>
  <dcterms:modified xsi:type="dcterms:W3CDTF">2026-03-01T22:25:26Z</dcterms:modified>
</cp:coreProperties>
</file>