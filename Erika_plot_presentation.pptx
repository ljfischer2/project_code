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43D67-F19C-4670-20E4-E3CD731197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6B1520-3130-8466-6BEC-1076B36C8E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A4E08-AAFD-9F7D-5D3F-4216740D3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D57B-67C4-4D78-B606-A460E1F7B6D7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C6E736-0046-FB3C-D174-5132DC837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C2991-3781-C6A7-E429-C9FCBF85E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1E6BE-8BD2-4D11-B6D3-F0CA4418A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342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023B8-0DAB-3BB7-9F37-F3623ACD7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F3608-9671-C0FA-A5DE-F62B9C78D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95DBF8-7592-47F6-9EAB-BC9AD8E92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D57B-67C4-4D78-B606-A460E1F7B6D7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039DA-9E49-6840-C226-CDE3CC9BE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A7D53-9026-F48D-D95E-C7C203E54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1E6BE-8BD2-4D11-B6D3-F0CA4418A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893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C590C-EE9C-7B3B-342E-0E731F30E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CB8D84-7992-27B9-8B45-B44A46E5DA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D2A16-98B5-A79F-5999-529AAE77F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D57B-67C4-4D78-B606-A460E1F7B6D7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132E5-78FA-CD8E-9F27-B75DF7E8D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33974-851C-7ED0-4003-3F20FC133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1E6BE-8BD2-4D11-B6D3-F0CA4418A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350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D4350-8884-2BFC-DE48-3C78E3154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6C80F-B89D-7964-7F04-FF5A74538A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D1BE0B-4E32-6A4E-560E-4D6A4768DE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C318A6-9713-5B4D-C439-A79292D37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D57B-67C4-4D78-B606-A460E1F7B6D7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D3A330-5C77-8273-BC22-43C1BA3EB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10370B-5D81-1B87-8B4C-DDA55B341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1E6BE-8BD2-4D11-B6D3-F0CA4418A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646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8AF6D-CF63-F8FA-5C0C-74330CBA9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7D391E-21BC-B83E-82ED-6B178491D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0B9A08-9C29-2F79-8244-E7C62FA4DF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3969BE-7300-06A4-502D-556912D2BE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CEC365-D209-05D3-B80D-2B4773EEA2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1D106B-D7BA-0E9D-88E4-DFD954845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D57B-67C4-4D78-B606-A460E1F7B6D7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174633-B5E7-BBFA-E5E7-98824B822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54E9F3-9154-497F-F38A-74137C04E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1E6BE-8BD2-4D11-B6D3-F0CA4418A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912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58495-CF1F-A74C-C89E-CC7B77461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C38E02-EBE0-C885-03E7-333886476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D57B-67C4-4D78-B606-A460E1F7B6D7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4B3C36-075C-FA5B-42E0-A020DE0C1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5091FB-0F9E-6A4A-AE5A-7DF51D492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1E6BE-8BD2-4D11-B6D3-F0CA4418A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09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F691E2-D7D9-2AC4-B05F-87DE9141D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D57B-67C4-4D78-B606-A460E1F7B6D7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6011CA-21FF-EBA9-0D9F-7A65860F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142987-0064-DF62-3B27-49ACEBB4C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1E6BE-8BD2-4D11-B6D3-F0CA4418A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81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71377-C9F8-BDAE-E604-B99292553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4CB6B-CEE7-1BCA-F611-CDAAC9205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387E01-95D6-402A-B3FC-16EC81569E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4ED847-EC3E-978C-A447-13BC78CED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D57B-67C4-4D78-B606-A460E1F7B6D7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8E623F-7FDE-DD50-935B-1259F21EE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F1B3D4-3BA3-ABC0-700C-9AEAFBFAA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1E6BE-8BD2-4D11-B6D3-F0CA4418A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94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E6A79-0FA6-C0EF-F68B-5A6458EA1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7912DD-3916-A402-23B6-B8C412DC8E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46A406-43D3-3078-2951-0B562B8671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39E92C-7567-BDC0-468F-4897A8C89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D57B-67C4-4D78-B606-A460E1F7B6D7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37CBA8-20BB-E815-DD98-EE4321EBF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2DDB5F-46AF-692E-4FA0-62A2AEDB9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1E6BE-8BD2-4D11-B6D3-F0CA4418A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426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52848-9447-DE40-8B95-70917D895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F62859-5022-EC98-7FD6-DF434C9734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8D598-90E2-0DDF-A6CE-913F7C1E3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D57B-67C4-4D78-B606-A460E1F7B6D7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5A22A-C208-D503-1896-CE7F25246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5F92F-74BE-46E5-1D09-50DFA77FA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1E6BE-8BD2-4D11-B6D3-F0CA4418A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948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B00820-CA68-B03B-57D6-C2F1AA89FA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523271-1237-A2AB-B754-B27BAF36CA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B48A89-4C03-1EBB-304A-2B44B2AFE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D57B-67C4-4D78-B606-A460E1F7B6D7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6FFCC-E1E2-B20C-8726-E270E3512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C5874-6D62-2DA4-158B-5C81C4474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1E6BE-8BD2-4D11-B6D3-F0CA4418A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903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48000">
              <a:schemeClr val="accent1">
                <a:lumMod val="45000"/>
                <a:lumOff val="55000"/>
              </a:schemeClr>
            </a:gs>
            <a:gs pos="53000">
              <a:schemeClr val="accent1">
                <a:lumMod val="45000"/>
                <a:lumOff val="55000"/>
              </a:schemeClr>
            </a:gs>
            <a:gs pos="100000">
              <a:schemeClr val="accent4">
                <a:lumMod val="5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A3BC68-3F1D-6F45-6FEE-347959161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503698-D827-946B-CAB9-832F70BF97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1D8FC-6975-DEFA-2B81-6CB0A995A7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39D57B-67C4-4D78-B606-A460E1F7B6D7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04DA9A-B8E8-B895-1153-0415DE0729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BC7DF1-1B7D-53E1-1171-0E0B3998A7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E1E6BE-8BD2-4D11-B6D3-F0CA4418A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850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A2FD44-C1D0-08E2-3DF7-8D04D41E0E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34490"/>
            <a:ext cx="6096000" cy="35890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1D8D64-6884-62E6-E987-4C8758D8E3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34490"/>
            <a:ext cx="6096000" cy="3589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468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9592D-928C-8C34-F61D-2D747F11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AD8B6A-894F-7AE4-EEAA-33E91F49EF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34490"/>
            <a:ext cx="6096000" cy="35890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206BA5-A5FD-4BB9-A83D-7ADA509C71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34490"/>
            <a:ext cx="6096000" cy="3589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609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485365-D6D2-5734-536C-7A396C7CB8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571500"/>
            <a:ext cx="7620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426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7301BEE-F558-B88F-1850-A2613895D6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866" y="1084667"/>
            <a:ext cx="8292268" cy="4688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996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D7A712-4B0F-BB58-5AAC-43EB144495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34490"/>
            <a:ext cx="6096000" cy="35890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C53C4E-50D3-9C12-F873-09C784714F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34490"/>
            <a:ext cx="6096000" cy="3589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864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E6CF93-9E13-D896-034B-DDE54D7CFD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0912" y="1085259"/>
            <a:ext cx="8290175" cy="4687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121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B1F44A-38B5-4412-D1B0-A177D519E3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34490"/>
            <a:ext cx="6096000" cy="35890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54DBDC-EF98-F0DF-6FC2-2D0E5E2166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34490"/>
            <a:ext cx="6096000" cy="3589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351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407081-26A8-A580-5E35-BAA5E75210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34490"/>
            <a:ext cx="6096000" cy="35890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BD1F86-ADCD-2F39-70C8-CBC18BF62F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34490"/>
            <a:ext cx="6096000" cy="3589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382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B5D521-ED04-AAE9-B7B1-BD8457C674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703316"/>
            <a:ext cx="6096000" cy="35890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BA6030-F92C-9487-8F79-9BE4758E2E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8" y="1703316"/>
            <a:ext cx="6017342" cy="3589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29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E9518C-64CF-2D7D-DD0E-879AF88F5B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4665" y="1126961"/>
            <a:ext cx="8142669" cy="4604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108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Fischer</dc:creator>
  <cp:lastModifiedBy>Lucas Fischer</cp:lastModifiedBy>
  <cp:revision>1</cp:revision>
  <dcterms:created xsi:type="dcterms:W3CDTF">2026-02-23T17:28:30Z</dcterms:created>
  <dcterms:modified xsi:type="dcterms:W3CDTF">2026-02-23T19:07:35Z</dcterms:modified>
</cp:coreProperties>
</file>